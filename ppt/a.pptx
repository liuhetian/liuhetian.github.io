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B68B3-1075-4364-9799-6091C0FDD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FFC590-B367-4EB2-8B77-AA420C77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7A197-D1B9-4A24-ADB9-166E49D5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E29139-6426-4A01-9BF3-54D6CAFC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188568-FFC1-4E01-A3EC-BF20E9AE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63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B2571-EEFB-4940-BBF3-8236B459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29115-4213-4972-84B7-CB7981BB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AE174-9096-474C-AC7E-35BC9497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21182-F70D-450E-ACF6-4827C3A6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20FFB-3928-45FC-A2C1-F438F0C3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6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65759-7B3D-4B27-85C4-0F9BCB10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C0DEA-DE55-4D10-B5C7-0D41B6E39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BEFB7-0866-4A96-9610-D6040F0B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6CF7A2-ABD3-411F-A99D-23799320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8F380-597B-48CD-80BD-662855C1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4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53CD5-5717-44B5-9A71-F9E5735C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A9BE9-AC26-4FB1-BC16-F85567C1F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18E675-8384-41B0-ACE4-485263758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1FBAF3-083C-43D9-8545-A731DB76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1F8D70-C2E9-462B-A9CC-67D21C5C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153794-C091-49D0-BF37-9E90A212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6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1E73D-4A2F-41AC-B775-E3DB4EB4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D2F53-3275-44F1-9B9A-10A4846F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CEA9D1-5915-43C4-8F65-C7F05EB0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31BCFF-4E4A-4E5E-AA2A-97369961E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006771-BDA2-42CB-A1EB-7F93E7623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84C8FD-F717-4BE5-B8C0-C92387A8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647A15-EDAB-48E3-87A9-55CAB5DB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AD067C-1B5E-4A2D-B474-BD0A1477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2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C9ED-8356-4E4B-9ECC-0D6DD9B3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3DD967-5E9A-47E0-830F-BEF688A9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4109D8-39B5-4F1C-9BBF-F8257EF5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92EEE3-C5EF-45D9-983D-A3068B8D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1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DF9C4D-12F9-487C-B531-F6FFC4B2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AE71CF-4694-4894-8FC9-2EF48ED3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A576EA-DB03-40C2-BD25-C5BCD00B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2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61B7E-7BED-4A6E-A4A9-08B8C0D6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E5A48-5FF1-4482-AB28-059B9535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DC3C92-BE23-4434-867A-7F78EDBAB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675741-70EB-4312-AFAA-F1B23553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6F2411-AA23-45E4-8E4B-075975D9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33E15-940C-40C2-8E67-9E42836C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6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DBAD1-0913-4F4D-BF09-CC97FB8A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117690-9DA6-4446-9F81-2F34E46E1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E1B0D1-0A90-4711-8291-9B24AF7C1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63E6C8-28EE-4C9A-94C3-E8965A65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072184-BBE2-4A94-89F2-EA72BC22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9BED1-58DE-494A-8076-6C643702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7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C1AC6-846D-4FD1-A45C-EE146DA3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C98CE4-3960-4409-9B75-725F69322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9539C-D227-485F-B7E1-B2D7A124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23761-090C-433C-BB9D-392A863B0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ADBF1-1D67-499D-83B7-92B8FA8E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6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1FCFA1-F7E4-40DC-A316-29CA7EC27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29EBEB-AC02-40AF-8B25-3F291B2EC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9468A-AABB-4F8E-B6F3-01A01B86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B96D61-B034-4067-8724-2B199AE1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F661C-1E25-4E56-A158-3CDEF9FB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39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DC9B30-A18B-44FE-BBE0-F5C72C8E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92EAB-B2B9-4F96-B459-788A15E85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72FF6-C074-418E-82F7-E459A4498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9EA77-EBBE-44D0-8DAC-EA4E3F030220}" type="datetimeFigureOut">
              <a:rPr lang="zh-CN" altLang="en-US" smtClean="0"/>
              <a:t>2021/12/18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3D3EC1-BBB1-435C-9BB1-773BACC28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A28596-DE51-4347-8022-F13459EB8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B15EE-A129-470D-A309-8AAC0799B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25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76C31-E84F-46BA-B84C-4398DD73F0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B8EFF3-BFDD-4CC5-B2E7-78AD8B245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0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F1489-2624-4085-85E4-AD13E17D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F7187-51CB-405A-A984-3F23B4510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吧</a:t>
            </a:r>
          </a:p>
        </p:txBody>
      </p:sp>
    </p:spTree>
    <p:extLst>
      <p:ext uri="{BB962C8B-B14F-4D97-AF65-F5344CB8AC3E}">
        <p14:creationId xmlns:p14="http://schemas.microsoft.com/office/powerpoint/2010/main" val="411626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啊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啊</dc:title>
  <dc:creator>A</dc:creator>
  <cp:lastModifiedBy>A</cp:lastModifiedBy>
  <cp:revision>1</cp:revision>
  <dcterms:created xsi:type="dcterms:W3CDTF">2021-12-17T16:19:21Z</dcterms:created>
  <dcterms:modified xsi:type="dcterms:W3CDTF">2021-12-17T16:19:36Z</dcterms:modified>
</cp:coreProperties>
</file>